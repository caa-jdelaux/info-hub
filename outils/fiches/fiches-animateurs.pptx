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5346000" cy="7560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Repères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La journée en huit lignes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09h45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1760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Mot d'ouverture — Ghislaine, Fabrice, 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023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10h00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041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1 — K-LAGAN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304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10h45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322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2 — Niji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5849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11h30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6029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Table ronde — animée par Fabrice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657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12h15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8837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146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13h40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64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Organisation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427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14h00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445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5 rotations de 30 min, jusqu’à 16h25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708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16h30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726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Clôture et remise des lots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0609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L'heure en haut à gauche de chaque carte est ton entrée en scène. Le pavé de couleur à droite est l’heure de fin visée : c’est elle qui tient la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711306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Cartes numérotées, recto seul, dans l’ordre. Tu ne regardes jamais que celle du dessus.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Carte suivante : ta première prise de parole.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09h56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10h00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Relais, QR code, annonce de la conférence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Tu te présentes : tu accompagnes la journée jusqu’à la clôture.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Slide QR code plein cadre, laissée affichée pendant que tu parles.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882407"/>
            <a:ext cx="4626000" cy="953928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0000" y="2882407"/>
            <a:ext cx="43200" cy="953928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0000" y="2961607"/>
            <a:ext cx="426600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Tout le programme est là, et il vit pendant la journée : les dix kiosques, leur pitch, et le numéro de salle de chacun. 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929935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" y="3929935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Vingt secondes de silence pour scanner. Compte à voix haute s’il le faut : un QR code annoncé sans temps de scan n’est pas scanné.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4745227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745227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Conférence 1 — Des 7 principes du test aux 7 principes de la qualité. Julien CAHU, K-LAGAN. Remercie K-LAGAN pour son intervention.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5560519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Top régie : générique de 15 s, au clic sur la slide de présentation. Tu quittes la scène pendant qu’il tourne.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10h33 · les questions de la conférence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10h33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10h45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Questions, puis annonce de la conférence 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953928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0000" y="1742551"/>
            <a:ext cx="43200" cy="953928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0000" y="1821751"/>
            <a:ext cx="426600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On a une dizaine de minutes de questions. Levez la main, un micro vient à vous — et attendez le micro, sinon la salle ne vous entend pas. 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790079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200" y="2790079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Les quatre porteurs de micro debout AVANT la fin de la conférence, un par travée.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360007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3360007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Aucune main en cinq secondes : tu poses ta première question écrite.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929935"/>
            <a:ext cx="4626000" cy="7992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8000" y="3980335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TES DEUX QUESTIONS DE SECOURS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8000" y="436913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8000" y="462833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0000" y="482273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200" y="482273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10h40 : « dernière question ». Ça évite de couper quelqu’un.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539266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200" y="539266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Conférence 2 — De l’IA générative aux tests « augmentés ». Betty BEAUGE et Gilles NOUAIS, Niji : remercie-les pour le déplacement depuis Rennes.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11h18 · les questions de la conférence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11h18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11h30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Questions, puis annonce de la table ronde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Même mécanique. Dernière question annoncée à 11h25.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067115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067115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Question trop pointue sur l’IA : « c’est exactement le sujet du kiosque n° X cet après-midi, allez-y avec cette question.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882407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Kiosques IA : 2 LynQA · 3 Écosystème d’agents · 4 Yest Companion · 7 SDSI Test &amp; 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3339977"/>
            <a:ext cx="4626000" cy="688752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60000" y="3339977"/>
            <a:ext cx="43200" cy="688752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0000" y="3419177"/>
            <a:ext cx="42660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Les portes restent ouvertes — si vous devez sortir, n’hésitez pas. 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4122329"/>
            <a:ext cx="4626000" cy="1927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Une seule fois, ici : il n’y a aucune pause entre 09h45 et 12h15.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4387114"/>
            <a:ext cx="1872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387114"/>
            <a:ext cx="44388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Table ronde — Mode produit et les tests. Ghislaine DOPIERRE (TFC), Grégory BARRANCO (TMV), Erwan PERIGAULT (SDSI), animée par Fabrice CHATRON. Remercie les intervenants.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12h03 · les questions de la table ronde.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12h03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12h10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Questions de la table ronde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Fabrice est déjà au micro. Sept minutes, pas dix : ne promets pas une durée que tu devras reprendre.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Répartition par défaut : Fabrice ouvre les questions, tu les cadres et tu coupes. À confirmer avec lui avant 11h25 — sinon vous hésiterez tous les deux en même temps.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3475829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8000" y="3526229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QUI OUVRE LES QUESTIONS DE LA TABLE RONDE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000" y="3915029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0000" y="4109429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" y="4109429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12h08 : dernière question. Le message de 12h10 ne se sacrifie pas.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12h10 · le message le plus important de la matinée.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12h10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 message le plus important de la matinée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C’est ici que la salle décide de rester ou de partir, pas à 13h40.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 cocktail est ouvert, et on se retrouve à 13h40 dans cet auditorium : dis l’heure deux fois.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98510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98510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L’après-midi : 10 kiosques, 5 rotations identiques de 30 min, chacun son parcours. Des ateliers, des démos, des jeux.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800393"/>
            <a:ext cx="4626000" cy="953928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0000" y="3800393"/>
            <a:ext cx="43200" cy="953928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0000" y="3879593"/>
            <a:ext cx="426600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À chaque kiosque, vous déposez une fiche à votre nom. Cinq kiosques, cinq fiches, cinq chances. Tirage à 16h30. 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484792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8000" y="489832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FAUT-IL ÊTRE PRÉSENT DANS LA SALLE POUR GAGNER 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" y="528712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548152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200" y="548152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 QR code à nouveau : « les numéros de salle sont dessus, repérez vos cinq pendant le cocktail. »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13h40 · ouverture de l’après-midi, avec le deuxième animateur.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Reprise et principe des rotations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Vous êtes deux : alternez. Ce bloc n’a aucun moment de respiration et arrive juste après le cocktail.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312479"/>
            <a:ext cx="4626000" cy="688752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60000" y="2312479"/>
            <a:ext cx="43200" cy="688752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0000" y="2391679"/>
            <a:ext cx="42660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Quinze minutes, et vous saurez exactement où aller, avec qui, et ce qu’il y a à gagner. 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9483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309483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 kiosques tournent en même temps, 5 fois. Les rotations sont identiques : rater un kiosque à 14h00 ne veut pas dire l’avoir raté.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91012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" y="391012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30 minutes : 20 d’atelier, 5 de questions, 5 pour se déplacer. Le déplacement fait partie du créneau.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448005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48005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Salles sur le QR code et sur les affiches A3 des portes. Horaires : 14h00 · 14h30 · 15h00 · 15h30 · 16h00.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13h44 · les dix pitches de 30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13h44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Les dix pitches, 30 secondes chacun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27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N°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00" y="1742551"/>
            <a:ext cx="1770912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KIOSQUE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112" y="1742551"/>
            <a:ext cx="990719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SALLE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4431" y="1742551"/>
            <a:ext cx="117648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PORTÉ PAR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0000" y="19081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0000" y="1929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00" y="1929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Ludopédagogie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6112" y="1929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Wisla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4431" y="1929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CRAN Quality Experts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2167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00" y="2167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LynQA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6112" y="2167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Donau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4431" y="2167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2404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00" y="2404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Écosystème d'agents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6112" y="2404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Liffey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4431" y="2404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2642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00" y="2642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Yest Companion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6112" y="2642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Douro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4431" y="2642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2880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" y="2880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Bâtisseurs de pyramides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6112" y="2880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Rhône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4431" y="2880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000" y="3117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00" y="3117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Référentiel de tests 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6112" y="3117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Tajo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4431" y="3117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OPEN · TFC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3355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00" y="3355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SDSI Test &amp; 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6112" y="3355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Adige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4431" y="3355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00" y="3592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00" y="3592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JADD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6112" y="3592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Loire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4431" y="3592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MCAD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" y="3830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600" y="3830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SauceLabs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6112" y="3830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Moselle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4431" y="3830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000" y="4068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7600" y="4068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Vidéo TESTY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6112" y="4068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Sumida + Alzette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4431" y="4068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0000" y="4392151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Deux micros HF passés en alternance : dix passages de main coûtent à eux seuls plus d’une minute.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000" y="484972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Si ça déborde après 13h50 : le rappel des salles passe de 2 min à 1 min et le tirage se dit debout, sans slide. La dispersion de 13h55 ne se sacrifie jamais.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13h49 · le tirage au sort et les lots.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13h49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14h00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Lots, rappel des salles, dispersion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À chaque kiosque, une fiche : nom, prénom, numéro du kiosque. Une seule urne, à l’accueil.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312479"/>
            <a:ext cx="4626000" cy="688752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60000" y="2312479"/>
            <a:ext cx="43200" cy="688752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0000" y="2391679"/>
            <a:ext cx="42660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Cinq kiosques, cinq fiches, cinq chances. Trois gagnants, trois lots.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3094831"/>
            <a:ext cx="4626000" cy="10584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8000" y="314523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LES TROIS LOTS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8000" y="35340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68000" y="37932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8000" y="40524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0000" y="424683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8000" y="429723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RÈGLE DE PRÉSENCE (LA MÊME QU’À 12H10)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8000" y="46860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0000" y="488043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200" y="488043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13h52 QR code à l’écran. 13h54 : « on se retrouve ici à 16h30 pour la clôture et la remise des lots. » 13h55 : on libère la salle.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16h33 · la clôture, avec Ghislaine.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Synthèse de la journée, avec Ghislaine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Ne commence pas à 16h30 pile : la salle se remplit jusqu’à 16h35 depuis dix salles. Musique en fond jusque-là.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Ce qu’on a vu aujourd’hui, en trois phrases. Pas un récapitulatif.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98510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8000" y="303550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NOMBRE DE PARTICIPANTS — ÉMARGEMENTS REMONTÉS PAR LOU À 16H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000" y="342430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16h36 · les remerciements.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16h36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Remerciements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774933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63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Huit minutes pour trois montées sur scène. C’est la séquence qui déraille : appelle par groupe, jamais nom par nom.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625484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625484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Les intervenants extérieurs du matin : K-LAGAN, Niji, et la table ronde.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195412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3195412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Les porteurs des dix kiosques.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519976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200" y="3519976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 staff de l’organisation.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3844540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Chaque groupe prévenu la veille et déjà debout côté scène avant 16h30. On nomme les gens une fois qu’ils sont sur scène. Chaque groupe y reste : cela évite trois allers-retours.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16h44 Fabrice conclut, puis 16h48 · le tirage.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16h48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17h00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Tirage, remise des lots, musique de fin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Rappelle la règle AVANT de tirer : cinq kiosques, cinq fiches, trois gagnants, trois lots.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Fais tirer par un participant — ni staff, ni TFC.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63704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63704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Un tirage à la fois : on tire, on lit, la personne monte, on remet le lot, on applaudit, on passe au suivant.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452335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8000" y="3502735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CAS DU GAGNANT ABSENT — À ANNONCER AVANT LE PREMIER TIRAGE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000" y="389153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0000" y="408593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08593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Musique de fin sur ta dernière phrase, scène encore pleine. Dernier message : merci aux participants.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Fin de journée.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Repères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La journée en huit lignes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09h45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1760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Mot d'ouverture — Ghislaine, Fabrice, 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023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10h00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041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1 — K-LAGAN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304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10h45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322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2 — Niji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5849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11h30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6029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Table ronde — animée par Fabrice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657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12h15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8837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146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13h40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64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Organisation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427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14h00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445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5 rotations de 30 min, jusqu’à 16h25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708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16h30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726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Clôture et remise des lots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0609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L'heure en haut à gauche de chaque carte est ton entrée en scène. Le pavé de couleur à droite est l’heure de fin visée : c’est elle qui tient la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711306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Cartes numérotées, recto seul, dans l’ordre. Tu ne regardes jamais que celle du dessus.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Carte suivante : ta première prise de parole.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09h45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09h49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Accueil et cadre de la journée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Bienvenue : le Testing Event, sa raison d’être, pourquoi Crédit Agricole Assurances y consacre une journée entière.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557843"/>
            <a:ext cx="1872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557843"/>
            <a:ext cx="44388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La journée est une journée, pas une matinée : conférences le matin, 10 kiosques l’après-midi, clôture à 16h30. Une partie de la salle repartira après le cocktail si personne ne le dit.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618499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Ne déroule pas le programme heure par heure ici : c’est ta séquence de 09h53, et le faire deux fois coûte trois minutes.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407606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407606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Annonce du sponsor et passage de parole à Fabrice.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4400633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Tu restes en bord de scène pendant qu’il parle. Quatre minutes annoncées deviennent huit si personne ne tient la durée : signe discret convenu à 09h52.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09h53 · le programme de la journée.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09h53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09h56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Matin : deux conférences et une table ronde, questions après chacune.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Cocktail déjeunatoire à 12h15.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63704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63704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Reprise à 13h40 pour l’organisation de l’après-midi.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20697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200" y="320697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 kiosques, 5 rotations identiques : chacun choisit ses sessions, on ne subit pas un parcours imposé.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377689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200" y="377689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Clôture à 16h30, avec remise de lots.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000" y="4101463"/>
            <a:ext cx="4626000" cy="1927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Passage de relais à Anas, qui prend le QR code.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11h25 · coulisses de la table ronde.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11h25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Table ronde — tu es intervenante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Tu n’animes pas cette séquence : c’est Fabrice CHATRON qui anime. Cette carte est un repère, pas un script.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Mode produit et les tests. Angle : « Mode produit ADE : comment CAAS transforme ses approches de test pour accompagner la fabrication agile ?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23046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323046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Avec toi : Grégory BARRANCO (TMV) et Erwan PERIGAULT (SDSI).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800393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Table ronde 32 min au plus, questions de 12h03 à 12h10, puis Anas reprend la main pour le message de midi.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16h33 · la clôture, avec Anas.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Synthèse de la journée, avec Anas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Ne commencez pas à 16h30 pile : la salle se remplit jusqu’à 16h35.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Ce qu’on a vu aujourd’hui, en trois phrases. Pas un récapitulatif.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98510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8000" y="303550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NOMBRE DE PARTICIPANTS — ÉMARGEMENTS REMONTÉS PAR LOU À 16H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000" y="342430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0000" y="3618701"/>
            <a:ext cx="4626000" cy="1927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Anas enchaîne seul sur les remerciements, puis Fabrice conclut.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16h48 · le tirage au sort, avec Anas.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6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16h48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Tirage au sort et remise des lots, avec Anas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La règle se rappelle AVANT de tirer : cinq kiosques, cinq fiches, trois gagnants, trois lots.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C’est un participant qui tire — ni staff, ni TFC.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63704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63704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Un tirage à la fois. Trois noms lus d’affilée désorganisent la scène.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206971"/>
            <a:ext cx="4626000" cy="10584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8000" y="325737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LES TROIS LOTS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000" y="364617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8000" y="390537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8000" y="416457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Musique de fin sur la dernière phrase d’Anas.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Repères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La journée en huit lignes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09h45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1760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Mot d'ouverture — Ghislaine, Fabrice, 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023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10h00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041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1 — K-LAGAN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304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10h45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322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2 — Niji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5849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11h30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6029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Table ronde — animée par Fabrice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657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12h15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8837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146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13h40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64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Organisation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427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14h00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445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5 rotations de 30 min, jusqu’à 16h25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708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16h30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726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Clôture et remise des lots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0609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L'heure en haut à gauche de chaque carte est ton entrée en scène. Le pavé de couleur à droite est l’heure de fin visée : c’est elle qui tient la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711306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Cartes numérotées, recto seul, dans l’ordre. Tu ne regardes jamais que celle du dessus.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Carte suivante : ta première prise de parole.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Reprise et principe des rotations, avec Anas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Alternez les prises de parole. Quinze minutes d’instructions juste après un cocktail : à deux voix, la salle suit.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Accueil de reprise, une minute, à deux : « quinze minutes, et vous saurez exactement où aller, avec qui, et ce qu’il y a à gagner.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23046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323046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 kiosques en même temps, 5 fois, rotations identiques.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80039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200" y="380039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30 minutes : 20 d’atelier, 5 de questions, 5 pour se déplacer.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4370321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200" y="4370321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Horaires : 14h00 · 14h30 · 15h00 · 15h30 · 16h00.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4694885"/>
            <a:ext cx="4626000" cy="7992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8000" y="4745285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QUI DIT QUOI — RÉPARTITION CONVENUE AVEC ANAS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8000" y="513408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8000" y="539328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13h44 · les dix pitches, portés par les kiosques.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13h44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Les dix pitches — tu appelles, ils parlent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27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N°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00" y="1742551"/>
            <a:ext cx="1770912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KIOSQUE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112" y="1742551"/>
            <a:ext cx="990719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SALLE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4431" y="1742551"/>
            <a:ext cx="117648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PORTÉ PAR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0000" y="19081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0000" y="1929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00" y="1929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Ludopédagogie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6112" y="1929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Wisla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4431" y="1929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CRAN Quality Experts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2167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00" y="2167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LynQA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6112" y="2167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Donau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4431" y="2167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2404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00" y="2404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Écosystème d'agents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6112" y="2404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Liffey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4431" y="2404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2642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00" y="2642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Yest Companion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6112" y="2642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Douro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4431" y="2642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2880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" y="2880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Bâtisseurs de pyramides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6112" y="2880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Rhône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4431" y="2880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000" y="3117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00" y="3117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Référentiel de tests 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6112" y="3117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Tajo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4431" y="3117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OPEN · TFC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3355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00" y="3355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SDSI Test &amp; 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6112" y="3355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Adige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4431" y="3355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00" y="3592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00" y="3592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JADD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6112" y="3592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Loire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4431" y="3592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MCAD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" y="3830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600" y="3830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SauceLabs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6112" y="3830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Moselle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4431" y="3830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000" y="4068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7600" y="4068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Vidéo TESTY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6112" y="4068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Sumida + Alzette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4431" y="4068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0000" y="4392151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Trente secondes chacun, deux micros HF en alternance. Une phrase de contenu, une phrase de salle, et on rend le micro.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13h49 · le tirage au sort et les lots.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13h49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 tirage au sort et les lots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À chaque kiosque, une fiche : nom, prénom, numéro du kiosque.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312479"/>
            <a:ext cx="4626000" cy="423576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60000" y="2312479"/>
            <a:ext cx="43200" cy="423576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0000" y="2391679"/>
            <a:ext cx="4266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Cinq kiosques, cinq fiches, cinq chances. 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2965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282965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Une seule urne, à l’accueil. Trois gagnants, trois lots, tirés à 16h30.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399583"/>
            <a:ext cx="4626000" cy="10584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8000" y="3449983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LES TROIS LOTS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8000" y="38387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8000" y="40979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8000" y="43571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60000" y="4551583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68000" y="4601983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RÈGLE DE PRÉSENCE POUR GAGNER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8000" y="49907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13h52 Anas rappelle les salles, puis dispersion à 13h55.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Clôture — présent en salle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Le conducteur te demande d’être là de 16h25 à la fin, sans te donner de prise de parole. Ce n’est pas un oubli de la carte : c’est ce qui est écrit.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2392906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200" y="2392906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La clôture est tenue par Ghislaine, Anas et Fabrice.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2962834"/>
            <a:ext cx="4626000" cy="7992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8000" y="3013234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PRISE DE PAROLE CONFIÉE EN CLÔTURE, LE CAS ÉCHÉANT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8000" y="3402034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8000" y="3661234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Fin de journée.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