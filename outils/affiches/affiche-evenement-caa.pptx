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-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000" y="18000"/>
            <a:ext cx="15984000" cy="1065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26000" y="990000"/>
            <a:ext cx="13067999" cy="8712000"/>
          </a:xfrm>
          <a:prstGeom prst="roundRect">
            <a:avLst/>
          </a:prstGeom>
          <a:solidFill>
            <a:srgbClr val="00795C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0000" y="1584000"/>
            <a:ext cx="1188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200" b="0" i="0">
                <a:solidFill>
                  <a:srgbClr val="FFFFFF"/>
                </a:solidFill>
                <a:latin typeface="Century Gothic"/>
              </a:rPr>
              <a:t>« Testing Event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0000" y="3384000"/>
            <a:ext cx="1188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4400" b="0" i="1">
                <a:solidFill>
                  <a:srgbClr val="FFFFFF"/>
                </a:solidFill>
                <a:latin typeface="Arial Black"/>
              </a:rPr>
              <a:t>Lundi 14 septembre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4320000"/>
            <a:ext cx="118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200" b="0" i="0">
                <a:solidFill>
                  <a:srgbClr val="FFFFFF"/>
                </a:solidFill>
                <a:latin typeface="Century Gothic"/>
              </a:rPr>
              <a:t>Business Center CAA · Auditorium Seine et rez-de-jardin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2000" y="5004000"/>
            <a:ext cx="3096000" cy="30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testing-ev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000" y="5148000"/>
            <a:ext cx="2808000" cy="2808000"/>
          </a:xfrm>
          <a:prstGeom prst="rect">
            <a:avLst/>
          </a:prstGeom>
        </p:spPr>
      </p:pic>
      <p:pic>
        <p:nvPicPr>
          <p:cNvPr id="9" name="Picture 8" descr="logo-ca-assuran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000" y="8136000"/>
            <a:ext cx="1655999" cy="1046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0000" y="8280000"/>
            <a:ext cx="1188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entury Gothic"/>
              </a:rPr>
              <a:t>Le programme complet</a:t>
            </a:r>
          </a:p>
          <a:p>
            <a:pPr algn="ctr">
              <a:lnSpc>
                <a:spcPct val="160000"/>
              </a:lnSpc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