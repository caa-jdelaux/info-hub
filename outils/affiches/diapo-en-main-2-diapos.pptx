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TROUVER SA SALLE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apture-pl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245" y="2574000"/>
            <a:ext cx="3286955" cy="37799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92000" y="3913199"/>
            <a:ext cx="342000" cy="342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952799"/>
            <a:ext cx="34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3895199"/>
            <a:ext cx="6314245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A2E"/>
                </a:solidFill>
                <a:latin typeface="Barlow Condensed"/>
              </a:rPr>
              <a:t>TOUCHEZ UNE SALLE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363199"/>
            <a:ext cx="6314245" cy="19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Sur chaque kiosque, le nom de la salle est un bouton.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Le plan du rez-de-jardin s'ouvre, votre salle s'allume et une onde la signale.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Les salles sont publiées le jour même : les affectations tombent tard.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MARQUER SES KIOSQUES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capture-repe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249" y="2574000"/>
            <a:ext cx="4352951" cy="37799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92000" y="3801599"/>
            <a:ext cx="342000" cy="342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000" y="3841199"/>
            <a:ext cx="34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rlow Condense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0000" y="3783599"/>
            <a:ext cx="5248249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1A1A2E"/>
                </a:solidFill>
                <a:latin typeface="Barlow Condensed"/>
              </a:rPr>
              <a:t>TOUCHEZ REPÉRER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0000" y="4251599"/>
            <a:ext cx="5248249" cy="210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Le bouton passe à « Repéré » et la carte prend un liseré.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Un compteur suit votre sélection : cinq kiosques au plus, un par rotation.</a:t>
            </a:r>
          </a:p>
          <a:p>
            <a:pPr algn="l">
              <a:lnSpc>
                <a:spcPct val="140000"/>
              </a:lnSpc>
            </a:pPr>
            <a:r>
              <a:rPr sz="1250" b="0">
                <a:solidFill>
                  <a:srgbClr val="4A4A49"/>
                </a:solidFill>
                <a:latin typeface="Barlow"/>
              </a:rPr>
              <a:t>Conservé sur votre téléphone, y compris après la mise à jour des salles.</a:t>
            </a:r>
          </a:p>
          <a:p>
            <a:pPr algn="l">
              <a:lnSpc>
                <a:spcPct val="14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Cela ne réserve pas de place : l'accès aux kiosques se fait sur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