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TROUVER SA SALLE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apture-pl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4245" y="2574000"/>
            <a:ext cx="3286955" cy="3779999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92000" y="3913199"/>
            <a:ext cx="342000" cy="342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3952799"/>
            <a:ext cx="34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Barlow Condense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0000" y="3895199"/>
            <a:ext cx="6314245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A1A2E"/>
                </a:solidFill>
                <a:latin typeface="Barlow Condensed"/>
              </a:rPr>
              <a:t>TOUCHEZ UNE SALLE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0000" y="4363199"/>
            <a:ext cx="6314245" cy="1990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4A4A49"/>
                </a:solidFill>
                <a:latin typeface="Barlow"/>
              </a:rPr>
              <a:t>Sur chaque kiosque, le nom de la salle est un bouton.</a:t>
            </a:r>
          </a:p>
          <a:p>
            <a:pPr algn="l">
              <a:lnSpc>
                <a:spcPct val="140000"/>
              </a:lnSpc>
            </a:pPr>
            <a:r>
              <a:rPr sz="1250" b="0">
                <a:solidFill>
                  <a:srgbClr val="4A4A49"/>
                </a:solidFill>
                <a:latin typeface="Barlow"/>
              </a:rPr>
              <a:t>Le plan du rez-de-jardin s'ouvre, votre salle s'allume et une onde la signale.</a:t>
            </a:r>
          </a:p>
          <a:p>
            <a:pPr algn="l">
              <a:lnSpc>
                <a:spcPct val="140000"/>
              </a:lnSpc>
            </a:pPr>
            <a:r>
              <a:rPr sz="1250" b="0">
                <a:solidFill>
                  <a:srgbClr val="4A4A49"/>
                </a:solidFill>
                <a:latin typeface="Barlow"/>
              </a:rPr>
              <a:t>Les salles sont publiées le jour même : les affectations tombent tard.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3200" cy="1044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logo-testing-ev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9200"/>
            <a:ext cx="2484000" cy="538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00000" y="216000"/>
            <a:ext cx="4201200" cy="72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2000" b="1">
                <a:solidFill>
                  <a:srgbClr val="00B4B4"/>
                </a:solidFill>
                <a:latin typeface="Barlow Condensed"/>
              </a:rPr>
              <a:t>14 SEPTEMBRE 2026</a:t>
            </a:r>
          </a:p>
          <a:p>
            <a:pPr algn="r">
              <a:lnSpc>
                <a:spcPct val="135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Business Center · 36/44 bd de Vaugirard</a:t>
            </a:r>
          </a:p>
          <a:p>
            <a:pPr algn="r">
              <a:lnSpc>
                <a:spcPct val="130000"/>
              </a:lnSpc>
            </a:pPr>
            <a:r>
              <a:rPr sz="1000" b="0">
                <a:solidFill>
                  <a:srgbClr val="D9EFEF"/>
                </a:solidFill>
                <a:latin typeface="Barlow"/>
              </a:rPr>
              <a:t>Crédit Agricole Assurances · Paris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1044000"/>
            <a:ext cx="12193200" cy="432000"/>
          </a:xfrm>
          <a:prstGeom prst="rect">
            <a:avLst/>
          </a:prstGeom>
          <a:solidFill>
            <a:srgbClr val="ED1B2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2000" y="1144800"/>
            <a:ext cx="10609200" cy="28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>
                <a:solidFill>
                  <a:srgbClr val="FFFFFF"/>
                </a:solidFill>
                <a:latin typeface="Barlow Condensed"/>
              </a:rPr>
              <a:t>★  TEST : LES TRANSFORMATIONS EN MARCHE ET LES GRANDS DÉFIS DE DEMAIN  ★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72000"/>
            <a:ext cx="12193200" cy="486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000" y="6516000"/>
            <a:ext cx="8640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D9EFEF"/>
                </a:solidFill>
                <a:latin typeface="Barlow"/>
              </a:rPr>
              <a:t>Testing Event · Crédit Agricole Assurances · 14 septembre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000" y="1692000"/>
            <a:ext cx="106092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A1A2E"/>
                </a:solidFill>
                <a:latin typeface="Barlow Condensed"/>
              </a:rPr>
              <a:t>MARQUER SES KIOSQUES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000" y="2322000"/>
            <a:ext cx="2160000" cy="324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" name="Picture 11" descr="capture-reper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8249" y="2574000"/>
            <a:ext cx="4352951" cy="3779999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92000" y="3801599"/>
            <a:ext cx="342000" cy="342000"/>
          </a:xfrm>
          <a:prstGeom prst="rect">
            <a:avLst/>
          </a:prstGeom>
          <a:solidFill>
            <a:srgbClr val="00808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2000" y="3841199"/>
            <a:ext cx="342000" cy="251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Barlow Condense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0000" y="3783599"/>
            <a:ext cx="5248249" cy="39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1A1A2E"/>
                </a:solidFill>
                <a:latin typeface="Barlow Condensed"/>
              </a:rPr>
              <a:t>TOUCHEZ REPÉRER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0000" y="4251599"/>
            <a:ext cx="5248249" cy="210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4A4A49"/>
                </a:solidFill>
                <a:latin typeface="Barlow"/>
              </a:rPr>
              <a:t>Le bouton passe à « Repéré » et la carte prend un liseré.</a:t>
            </a:r>
          </a:p>
          <a:p>
            <a:pPr algn="l">
              <a:lnSpc>
                <a:spcPct val="140000"/>
              </a:lnSpc>
            </a:pPr>
            <a:r>
              <a:rPr sz="1250" b="0">
                <a:solidFill>
                  <a:srgbClr val="4A4A49"/>
                </a:solidFill>
                <a:latin typeface="Barlow"/>
              </a:rPr>
              <a:t>Un compteur suit votre sélection : cinq kiosques au plus, un par rotation.</a:t>
            </a:r>
          </a:p>
          <a:p>
            <a:pPr algn="l">
              <a:lnSpc>
                <a:spcPct val="140000"/>
              </a:lnSpc>
            </a:pPr>
            <a:r>
              <a:rPr sz="1250" b="0">
                <a:solidFill>
                  <a:srgbClr val="4A4A49"/>
                </a:solidFill>
                <a:latin typeface="Barlow"/>
              </a:rPr>
              <a:t>Conservé sur votre téléphone, y compris après la mise à jour des salles.</a:t>
            </a:r>
          </a:p>
          <a:p>
            <a:pPr algn="l">
              <a:lnSpc>
                <a:spcPct val="140000"/>
              </a:lnSpc>
            </a:pPr>
            <a:r>
              <a:rPr sz="1250" b="1">
                <a:solidFill>
                  <a:srgbClr val="1A1A2E"/>
                </a:solidFill>
                <a:latin typeface="Barlow"/>
              </a:rPr>
              <a:t>Cela ne réserve pas de place : l'accès aux kiosques se fait sur place.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