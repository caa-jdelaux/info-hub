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56000"/>
            <a:ext cx="12193200" cy="54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44712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5148000"/>
            <a:ext cx="106092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LUNDI 14 SEPTEMBRE 2026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D9EFEF"/>
                </a:solidFill>
                <a:latin typeface="Barlow"/>
              </a:rPr>
              <a:t>Business Center · 36/44 bd de Vaugirard · 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8000" y="5580000"/>
            <a:ext cx="1044000" cy="10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000" y="5652000"/>
            <a:ext cx="900000" cy="900000"/>
          </a:xfrm>
          <a:prstGeom prst="rect">
            <a:avLst/>
          </a:prstGeom>
        </p:spPr>
      </p:pic>
      <p:pic>
        <p:nvPicPr>
          <p:cNvPr id="8" name="couverture-animee-30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98400" y="1570090"/>
            <a:ext cx="5400000" cy="1341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