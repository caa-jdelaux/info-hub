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Ludopédagogie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LynQA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Yest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🏛️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🗄️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JADD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SauceLabs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D9EFEF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D9EFEF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1A1A2E"/>
                </a:solidFill>
                <a:latin typeface="Barlow Condense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FFFFFF"/>
                </a:solidFill>
                <a:latin typeface="Barlow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Mini-Série TESTY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E3E3E3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2E2E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B4B4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B4B4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E3E3E3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D9EFEF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