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0692000" cy="151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Ludopédagogie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Tour de Babel ou Marshmallow Challenge : découvrez par le jeu pourquoi il faut tester tôt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LynQA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L'agent IA qui exécute vos tests manuels pendant que vous dormez — sans scripting, sans restructuration.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Écosystème d'agents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Coder, Tester, Automatiser… 3 agents IA, une chaîne de production de test automatisé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Yest Companion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De la page blanche à la mise à jour : l'IA propose les parcours à partir de vos US Jira/Confluence, vous validez.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🏛️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Bâtisseurs de pyramides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Construisez votre VRAIE pyramide de tests en 3D interactive — trouvez le bon équilibre en mode collaboratif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Référentiel de tests X-Ray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Au revoir QC, bienvenue X-Ray ! Découvrez le produit et la trajectoire de migration 2027.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SDSI Test &amp;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IACA &amp; IACT : deux agents IA pour générer critères d'acceptance et cas de test directement depuis vos 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🗄️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JADD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Les données de production à portée de clic pour vos tests : enrichissez, réutilisez, rechargez en quelques clics.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SauceLabs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Testez partout et homologuez en toute confiance — démos live sur la plateforme mobile, du dev à la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Vidéo TESTY — libre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Plongez dans l'univers coloré et décalé de TESTY : le métier de testeur en épisodes courts, ludiques, sans jargon.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