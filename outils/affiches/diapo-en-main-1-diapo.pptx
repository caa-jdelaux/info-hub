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LE PROGRAMME EN 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56600" y="2592000"/>
            <a:ext cx="342000" cy="342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56600" y="2631600"/>
            <a:ext cx="34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4600" y="2574000"/>
            <a:ext cx="33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1A2E"/>
                </a:solidFill>
                <a:latin typeface="Barlow Condensed"/>
              </a:rPr>
              <a:t>TOUCHEZ UNE SALLE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4600" y="3042000"/>
            <a:ext cx="3348000" cy="33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Le plan s'ouvre et votre salle s'allume.</a:t>
            </a:r>
          </a:p>
        </p:txBody>
      </p:sp>
      <p:pic>
        <p:nvPicPr>
          <p:cNvPr id="16" name="Picture 15" descr="capture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209" y="3474000"/>
            <a:ext cx="2394782" cy="2754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420600" y="2592000"/>
            <a:ext cx="342000" cy="342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0600" y="2631600"/>
            <a:ext cx="34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8600" y="2574000"/>
            <a:ext cx="33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1A2E"/>
                </a:solidFill>
                <a:latin typeface="Barlow Condensed"/>
              </a:rPr>
              <a:t>TOUCHEZ REPÉRER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8600" y="3042000"/>
            <a:ext cx="3348000" cy="33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Cinq kiosques au plus, sur votre téléphone.</a:t>
            </a:r>
          </a:p>
        </p:txBody>
      </p:sp>
      <p:pic>
        <p:nvPicPr>
          <p:cNvPr id="21" name="Picture 20" descr="capture-reper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81" y="3474000"/>
            <a:ext cx="3171437" cy="27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