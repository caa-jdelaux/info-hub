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 PROGRAMME DE LA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592000"/>
            <a:ext cx="51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6A6A"/>
                </a:solidFill>
                <a:latin typeface="Barlow Condensed"/>
              </a:rPr>
              <a:t>MATIN — CONFÉRENCES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0" y="2592000"/>
            <a:ext cx="51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01020"/>
                </a:solidFill>
                <a:latin typeface="Barlow Condensed"/>
              </a:rPr>
              <a:t>APRÈS-MIDI — KIOSQUES &amp; ATELIERS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3024000"/>
            <a:ext cx="990000" cy="367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2000" y="3024000"/>
            <a:ext cx="4122000" cy="36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096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9h00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3103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6A6A"/>
                </a:solidFill>
                <a:latin typeface="Barlow"/>
              </a:rPr>
              <a:t>Accueil café &amp; petit-déjeuner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3470400"/>
            <a:ext cx="990000" cy="36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2000" y="3470400"/>
            <a:ext cx="4122000" cy="3672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542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9h45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549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Mot d'ouverture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39168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2000" y="39168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2000" y="3916800"/>
            <a:ext cx="79200" cy="558000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40842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10h00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8000" y="40032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6A"/>
                </a:solidFill>
                <a:latin typeface="Barlow Condensed"/>
              </a:rPr>
              <a:t>★ CONFÉRENCE 1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Des 7 principes du test aux 7 principes de la qualité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45540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2000" y="45540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2000" y="4554000"/>
            <a:ext cx="79200" cy="558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000" y="4721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10h45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8000" y="46404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1020"/>
                </a:solidFill>
                <a:latin typeface="Barlow Condensed"/>
              </a:rPr>
              <a:t>★ CONFÉRENCE 2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De l'IA générative aux tests « augmentés 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000" y="51912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2000" y="51912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82000" y="5191200"/>
            <a:ext cx="79200" cy="558000"/>
          </a:xfrm>
          <a:prstGeom prst="rect">
            <a:avLst/>
          </a:prstGeom>
          <a:solidFill>
            <a:srgbClr val="9EB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000" y="53586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11h30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8000" y="52776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4E"/>
                </a:solidFill>
                <a:latin typeface="Barlow Condensed"/>
              </a:rPr>
              <a:t>★ TABLE RONDE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Mode produit et les tests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000" y="5828400"/>
            <a:ext cx="990000" cy="367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82000" y="5828400"/>
            <a:ext cx="4122000" cy="3672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000" y="5900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12h15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80000" y="5907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B4500"/>
                </a:solidFill>
                <a:latin typeface="Barlow"/>
              </a:rPr>
              <a:t>Cocktail déjeunatoire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28000" y="3024000"/>
            <a:ext cx="990000" cy="36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18000" y="3024000"/>
            <a:ext cx="4122000" cy="3600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8000" y="3092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13h40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6000" y="3099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Présentation de l'organisation des kiosques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8000" y="3484800"/>
            <a:ext cx="5112000" cy="360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4000" y="3578400"/>
            <a:ext cx="46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B4B4"/>
                </a:solidFill>
                <a:latin typeface="Barlow Condensed"/>
              </a:rPr>
              <a:t>14h00 – 16h30 · 5 ROTATIONS DE 30 MIN · 10 KIOSQUES EN SIMULTANÉ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8000" y="3945600"/>
            <a:ext cx="413999" cy="33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41999" y="39456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8000" y="39816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21999" y="40032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Ludopédagogie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38000" y="3945600"/>
            <a:ext cx="413999" cy="331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251999" y="39456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38000" y="39816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31999" y="40032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LynQA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28000" y="4320000"/>
            <a:ext cx="413999" cy="33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641999" y="43200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28000" y="43560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21999" y="43776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Écosystème d'agents IA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38000" y="4320000"/>
            <a:ext cx="413999" cy="331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51999" y="43200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838000" y="43560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31999" y="43776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Yest Companion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28000" y="4694400"/>
            <a:ext cx="413999" cy="33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641999" y="46944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28000" y="47304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1999" y="47520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Bâtisseurs de pyramides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838000" y="4694400"/>
            <a:ext cx="413999" cy="331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51999" y="46944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38000" y="47304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31999" y="47520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Référentiel de tests X-Ray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28000" y="5068800"/>
            <a:ext cx="413999" cy="33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41999" y="50688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28000" y="51048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21999" y="51264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SDSI Test &amp; IA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838000" y="5068800"/>
            <a:ext cx="413999" cy="331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51999" y="50688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38000" y="51048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31999" y="51264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JADD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28000" y="5443200"/>
            <a:ext cx="413999" cy="331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41999" y="54432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28000" y="54792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21999" y="55008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SauceLabs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838000" y="5443200"/>
            <a:ext cx="413999" cy="331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251999" y="5443200"/>
            <a:ext cx="2088001" cy="331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838000" y="5479200"/>
            <a:ext cx="413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Barlow Condensed"/>
              </a:rPr>
              <a:t>10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31999" y="5500800"/>
            <a:ext cx="1764001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2E"/>
                </a:solidFill>
                <a:latin typeface="Barlow Condensed"/>
              </a:rPr>
              <a:t>Vidéo TESTY — libre service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28000" y="5875200"/>
            <a:ext cx="990000" cy="3348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218000" y="5875200"/>
            <a:ext cx="4122000" cy="3348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28000" y="5931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16h30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16000" y="5938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6A6A"/>
                </a:solidFill>
                <a:latin typeface="Barlow"/>
              </a:rPr>
              <a:t>Mot de clôture &amp; remise des 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