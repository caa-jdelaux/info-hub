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12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5120000" cy="10692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6000" y="990000"/>
            <a:ext cx="13067999" cy="8712000"/>
          </a:xfrm>
          <a:prstGeom prst="roundRect">
            <a:avLst/>
          </a:prstGeom>
          <a:solidFill>
            <a:srgbClr val="1A1A2E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4" name="Picture 3" descr="monogramme-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8000" y="1440000"/>
            <a:ext cx="1224000" cy="81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620000" y="2376000"/>
            <a:ext cx="11880000" cy="1655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000" b="1" i="0">
                <a:solidFill>
                  <a:srgbClr val="FFFFFF"/>
                </a:solidFill>
                <a:latin typeface="Barlow Condensed"/>
              </a:rPr>
              <a:t>TESTING EVENT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20000" y="4104000"/>
            <a:ext cx="11880000" cy="93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4600" b="1" i="0">
                <a:solidFill>
                  <a:srgbClr val="00B4B4"/>
                </a:solidFill>
                <a:latin typeface="Barlow Condensed"/>
              </a:rPr>
              <a:t>Lundi 14 septembre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4968000"/>
            <a:ext cx="11880000" cy="50399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2200" b="0" i="0">
                <a:solidFill>
                  <a:srgbClr val="D9EFEF"/>
                </a:solidFill>
                <a:latin typeface="Barlow"/>
              </a:rPr>
              <a:t>Business Center CAA · Auditorium Seine et rez-de-jardin</a:t>
            </a:r>
          </a:p>
        </p:txBody>
      </p:sp>
      <p:sp>
        <p:nvSpPr>
          <p:cNvPr id="8" name="Rectangle 7"/>
          <p:cNvSpPr/>
          <p:nvPr/>
        </p:nvSpPr>
        <p:spPr>
          <a:xfrm>
            <a:off x="6156000" y="5544000"/>
            <a:ext cx="2808000" cy="280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9" name="Picture 8" descr="testing-event-202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0000" y="5688000"/>
            <a:ext cx="2520000" cy="2520000"/>
          </a:xfrm>
          <a:prstGeom prst="rect">
            <a:avLst/>
          </a:prstGeom>
        </p:spPr>
      </p:pic>
      <p:pic>
        <p:nvPicPr>
          <p:cNvPr id="10" name="Picture 9" descr="logo-ca-assurance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000" y="8136000"/>
            <a:ext cx="1655999" cy="104679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620000" y="8496000"/>
            <a:ext cx="11880000" cy="864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800" b="1" i="0">
                <a:solidFill>
                  <a:srgbClr val="FFFFFF"/>
                </a:solidFill>
                <a:latin typeface="Barlow Condensed"/>
              </a:rPr>
              <a:t>LE PROGRAMME COMPLET</a:t>
            </a:r>
          </a:p>
          <a:p>
            <a:pPr algn="ctr">
              <a:lnSpc>
                <a:spcPct val="160000"/>
              </a:lnSpc>
            </a:pPr>
            <a:r>
              <a:rPr sz="1500" b="0" i="0">
                <a:solidFill>
                  <a:srgbClr val="00B4B4"/>
                </a:solidFill>
                <a:latin typeface="Barlow"/>
              </a:rPr>
              <a:t>info-hub.jeremy-delaux.workers.dev/testing-event-2026/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