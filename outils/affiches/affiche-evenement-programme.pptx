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6000" y="990000"/>
            <a:ext cx="13067999" cy="871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monogramme-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000" y="1440000"/>
            <a:ext cx="1224000" cy="81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20000" y="2376000"/>
            <a:ext cx="1188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0" b="1" i="0">
                <a:solidFill>
                  <a:srgbClr val="FFFFFF"/>
                </a:solidFill>
                <a:latin typeface="Barlow Condensed"/>
              </a:rPr>
              <a:t>TESTING 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4104000"/>
            <a:ext cx="11880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4600" b="1" i="0">
                <a:solidFill>
                  <a:srgbClr val="00B4B4"/>
                </a:solidFill>
                <a:latin typeface="Barlow Condensed"/>
              </a:rPr>
              <a:t>Lundi 14 septembre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0000" y="4968000"/>
            <a:ext cx="1188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2200" b="0" i="0">
                <a:solidFill>
                  <a:srgbClr val="D9EFEF"/>
                </a:solidFill>
                <a:latin typeface="Barlow"/>
              </a:rPr>
              <a:t>Business Center CAA · Auditorium Seine et rez-de-jardin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6000" y="5544000"/>
            <a:ext cx="2808000" cy="28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testing-event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000" y="5688000"/>
            <a:ext cx="2520000" cy="252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0000" y="8496000"/>
            <a:ext cx="1188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Barlow Condensed"/>
              </a:rPr>
              <a:t>LE PROGRAMME COMPLET</a:t>
            </a:r>
          </a:p>
          <a:p>
            <a:pPr algn="ctr">
              <a:lnSpc>
                <a:spcPct val="160000"/>
              </a:lnSpc>
            </a:pPr>
            <a:r>
              <a:rPr sz="1500" b="0" i="0">
                <a:solidFill>
                  <a:srgbClr val="00B4B4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