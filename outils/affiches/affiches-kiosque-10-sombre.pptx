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92000" cy="151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D9EFEF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D9EFEF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B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1A1A2E"/>
                </a:solidFill>
                <a:latin typeface="Barlow Condense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FFFFFF"/>
                </a:solidFill>
                <a:latin typeface="Barlow"/>
              </a:rPr>
              <a:t>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FFFFFF"/>
                </a:solidFill>
                <a:latin typeface="Barlow Condensed"/>
              </a:rPr>
              <a:t>Mini-Série TESTY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5976000"/>
            <a:ext cx="9252000" cy="1848371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000" y="6156000"/>
            <a:ext cx="8820000" cy="14883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D9EFEF"/>
                </a:solidFill>
                <a:latin typeface="Barlow Condensed"/>
              </a:rPr>
              <a:t>SÉANCE PRÉSENTÉE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Barlow Condensed"/>
              </a:rPr>
              <a:t>Le principe de la série, puis l’épisode 4 en exclusivité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FFFFFF"/>
                </a:solidFill>
                <a:latin typeface="Barlow"/>
              </a:rPr>
              <a:t>On vous présente TESTY et les coulisses de la série, puis on diffuse le dernier épisode — le 4 — que personne n’a encore vu.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8112371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ANIMÉ PAR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8544371"/>
            <a:ext cx="9252000" cy="762911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000" y="8724371"/>
            <a:ext cx="8820000" cy="40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B4B4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FFFFFF"/>
                </a:solidFill>
                <a:latin typeface="Barlow"/>
              </a:rPr>
              <a:t>   Elena TOMAS et Jaber BENZEGOUTTA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9631282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10135281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99200" y="10135281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92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78400" y="10135281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84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7600" y="10135281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76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6800" y="10135281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68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D9EFEF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D9EFEF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98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13999"/>
            <a:ext cx="576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D9EFEF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576000"/>
            <a:ext cx="349199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>
                <a:solidFill>
                  <a:srgbClr val="D9EFEF"/>
                </a:solidFill>
                <a:latin typeface="Barlow Condensed"/>
              </a:rPr>
              <a:t>APRÈS-MIDI · KIOSQUES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solidFill>
            <a:srgbClr val="00B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2951999" cy="29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0" b="1">
                <a:solidFill>
                  <a:srgbClr val="1A1A2E"/>
                </a:solidFill>
                <a:latin typeface="Barlow Condense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1999" y="2592000"/>
            <a:ext cx="1800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FFFFFF"/>
                </a:solidFill>
                <a:latin typeface="Barlow"/>
              </a:rPr>
              <a:t>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4176000"/>
            <a:ext cx="594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FFFFFF"/>
                </a:solidFill>
                <a:latin typeface="Barlow Condensed"/>
              </a:rPr>
              <a:t>Mini-Série TESTY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5976000"/>
            <a:ext cx="9252000" cy="1848371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000" y="6156000"/>
            <a:ext cx="8820000" cy="14883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D9EFEF"/>
                </a:solidFill>
                <a:latin typeface="Barlow Condensed"/>
              </a:rPr>
              <a:t>EN LIBRE SERVICE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Barlow Condensed"/>
              </a:rPr>
              <a:t>Les trois premiers épisodes, en continu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FFFFFF"/>
                </a:solidFill>
                <a:latin typeface="Barlow"/>
              </a:rPr>
              <a:t>Les épisodes 1, 2 et 3 se succèdent. Entrez et sortez quand vous voulez : il n’y a pas de séance à attendre.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8112371"/>
            <a:ext cx="925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ANIMÉ PAR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8544371"/>
            <a:ext cx="9252000" cy="762911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000" y="8724371"/>
            <a:ext cx="8820000" cy="40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B4B4"/>
                </a:solidFill>
                <a:latin typeface="Barlow Condensed"/>
              </a:rPr>
              <a:t>TFC</a:t>
            </a:r>
            <a:r>
              <a:rPr sz="2400" b="0">
                <a:solidFill>
                  <a:srgbClr val="FFFFFF"/>
                </a:solidFill>
                <a:latin typeface="Barlow"/>
              </a:rPr>
              <a:t>   Elena TOMAS et Jaber BENZEGOUTTA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9631282"/>
            <a:ext cx="92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B4B4"/>
                </a:solidFill>
                <a:latin typeface="Barlow Condensed"/>
              </a:rPr>
              <a:t>5 ROTATIONS DE 30 MINUTES · 14h00 à 16h30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10135281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14h30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99200" y="10135281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92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78400" y="10135281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84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15h30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7600" y="10135281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76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16h00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6800" y="10135281"/>
            <a:ext cx="1735200" cy="1440000"/>
          </a:xfrm>
          <a:prstGeom prst="rect">
            <a:avLst/>
          </a:prstGeom>
          <a:solidFill>
            <a:srgbClr val="2E2E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6800" y="10351281"/>
            <a:ext cx="1735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00B4B4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0B4B4"/>
                </a:solidFill>
                <a:latin typeface="Barlow Condensed"/>
              </a:rPr>
              <a:t>jusqu’à 16h30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E3E3E3"/>
                </a:solidFill>
                <a:latin typeface="Barlow"/>
              </a:rPr>
              <a:t>Rotation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11952000"/>
            <a:ext cx="10692000" cy="3168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80000" y="12384000"/>
            <a:ext cx="2592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testing-ev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99" y="12527999"/>
            <a:ext cx="2304000" cy="2304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0000" y="12744000"/>
            <a:ext cx="630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D9EFEF"/>
                </a:solidFill>
                <a:latin typeface="Barlow Condensed"/>
              </a:rPr>
              <a:t>LE PROGRAMME COMPLET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Barlow"/>
              </a:rPr>
              <a:t>Les dix kiosques, les conférences du matin et le plan du rez-de-jardin, salle par salle.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D9EFEF"/>
                </a:solidFill>
                <a:latin typeface="Barlow"/>
              </a:rPr>
              <a:t>info-hub.jeremy-delaux.workers.dev/testing-event-2026/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