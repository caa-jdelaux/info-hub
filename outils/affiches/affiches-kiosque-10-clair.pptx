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Mini-Série TESTY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976000"/>
            <a:ext cx="9252000" cy="1848371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6156000"/>
            <a:ext cx="8820000" cy="14883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9EFEF"/>
                </a:solidFill>
                <a:latin typeface="Barlow Condensed"/>
              </a:rPr>
              <a:t>SÉANCE PRÉSENTÉE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Barlow Condensed"/>
              </a:rPr>
              <a:t>Le principe de la série, puis l’épisode 4 en exclusivité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Barlow"/>
              </a:rPr>
              <a:t>On vous présente TESTY et les coulisses de la série, puis on diffuse le dernier épisode — le 4 — que personne n’a encore vu.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8112371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8544371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8724371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Elena TOMAS et Jaber BENZEGOUTTA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9631282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92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92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84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84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76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76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68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68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0B4B4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1A1A2E"/>
                </a:solidFill>
                <a:latin typeface="Barlow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1A1A2E"/>
                </a:solidFill>
                <a:latin typeface="Barlow Condensed"/>
              </a:rPr>
              <a:t>Mini-Série TESTY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976000"/>
            <a:ext cx="9252000" cy="1848371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6156000"/>
            <a:ext cx="8820000" cy="14883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9EFEF"/>
                </a:solidFill>
                <a:latin typeface="Barlow Condensed"/>
              </a:rPr>
              <a:t>EN LIBRE SERVICE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Barlow Condensed"/>
              </a:rPr>
              <a:t>Les trois premiers épisodes, en continu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Barlow"/>
              </a:rPr>
              <a:t>Les épisodes 1, 2 et 3 se succèdent. Entrez et sortez quand vous voulez : il n’y a pas de séance à attendre.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8112371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ANIMÉ PAR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8544371"/>
            <a:ext cx="9252000" cy="762911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8724371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6A6A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1A1A2E"/>
                </a:solidFill>
                <a:latin typeface="Barlow"/>
              </a:rPr>
              <a:t>   Elena TOMAS et Jaber BENZEGOUTTA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9631282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6A6A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92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92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84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84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76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76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6800" y="10135281"/>
            <a:ext cx="1735200" cy="1440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68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6A6A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00B4B4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