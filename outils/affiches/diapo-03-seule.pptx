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990000" cy="367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2000" y="3024000"/>
            <a:ext cx="4122000" cy="36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9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0000" y="310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470400"/>
            <a:ext cx="990000" cy="36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2000" y="3470400"/>
            <a:ext cx="4122000" cy="367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542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0000" y="3549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39168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82000" y="39168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2000" y="3916800"/>
            <a:ext cx="79200" cy="558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40842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8000" y="40032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6A"/>
                </a:solidFill>
                <a:latin typeface="Barlow Condensed"/>
              </a:rPr>
              <a:t>★ CONFÉRENCE 1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5540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2000" y="45540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2000" y="4554000"/>
            <a:ext cx="79200" cy="558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000" y="4721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8000" y="46404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1020"/>
                </a:solidFill>
                <a:latin typeface="Barlow Condensed"/>
              </a:rPr>
              <a:t>★ CONFÉRENCE 2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51912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82000" y="51912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82000" y="5191200"/>
            <a:ext cx="79200" cy="558000"/>
          </a:xfrm>
          <a:prstGeom prst="rect">
            <a:avLst/>
          </a:prstGeom>
          <a:solidFill>
            <a:srgbClr val="9EBE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000" y="53586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11h30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8000" y="52776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4E"/>
                </a:solidFill>
                <a:latin typeface="Barlow Condensed"/>
              </a:rPr>
              <a:t>★ TABLE RONDE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5828400"/>
            <a:ext cx="990000" cy="367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82000" y="5828400"/>
            <a:ext cx="4122000" cy="36720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900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80000" y="5907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B4500"/>
                </a:solidFill>
                <a:latin typeface="Barlow"/>
              </a:rPr>
              <a:t>Cocktail déjeunatoire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28000" y="3024000"/>
            <a:ext cx="990000" cy="439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18000" y="3024000"/>
            <a:ext cx="4122000" cy="439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8000" y="3132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13h40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6000" y="3139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8000" y="3722400"/>
            <a:ext cx="5112000" cy="835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9999" y="3909600"/>
            <a:ext cx="4608001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10 KIOSQUES EN SIMULTANÉ · 5 ROTATIONS IDENTIQUES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D9EFEF"/>
                </a:solidFill>
                <a:latin typeface="Barlow"/>
              </a:rPr>
              <a:t>20 min d'atelier · 5 min de questions — choisissez vos sessions !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2800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2800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800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7632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32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7632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464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464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464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7296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7296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96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128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2128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128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28000" y="5778000"/>
            <a:ext cx="990000" cy="43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18000" y="5778000"/>
            <a:ext cx="4122000" cy="439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28000" y="588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16h30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6000" y="589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