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Ludopédagogie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Tour de Babel et Marshmallow Challenge en alternance : découvrez par le jeu pourquoi il faut tester tôt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CRAN Quality Experts</a:t>
            </a:r>
            <a:r>
              <a:rPr sz="2400" b="0">
                <a:solidFill>
                  <a:srgbClr val="1A1A2E"/>
                </a:solidFill>
                <a:latin typeface="Barlow"/>
              </a:rPr>
              <a:t>   Guillaume COUSIN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LynQA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L'agent IA qui exécute vos tests manuels pendant que vous dormez — sans scripting, sans restructuration.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Smartesting</a:t>
            </a:r>
            <a:r>
              <a:rPr sz="2400" b="0">
                <a:solidFill>
                  <a:srgbClr val="1A1A2E"/>
                </a:solidFill>
                <a:latin typeface="Barlow"/>
              </a:rPr>
              <a:t>   Fabien NICOLET et Michel GUEZ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Écosystème d'agents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Coder, Tester, Automatiser… 3 agents IA, une chaîne de production de test automatisé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Jérémy DELAUX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Yest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De la page blanche à la mise à jour : l'IA propose les parcours à partir de vos US Jira/Confluence, vous validez.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Smartesting</a:t>
            </a:r>
            <a:r>
              <a:rPr sz="2400" b="0">
                <a:solidFill>
                  <a:srgbClr val="1A1A2E"/>
                </a:solidFill>
                <a:latin typeface="Barlow"/>
              </a:rPr>
              <a:t>   Arnaud BOUZY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Bâtisseurs de pyramides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Construisez votre VRAIE pyramide de tests en 3D interactive — trouvez le bon équilibre en mode collaboratif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Olivier PROUTEAU et Mélanie DA COSTA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Référentiel de tests X-Ray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Au revoir QC, bienvenue X-Ray ! Découvrez le produit et la trajectoire de migration 2027.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OPEN</a:t>
            </a:r>
            <a:r>
              <a:rPr sz="2400" b="0">
                <a:solidFill>
                  <a:srgbClr val="1A1A2E"/>
                </a:solidFill>
                <a:latin typeface="Barlow"/>
              </a:rPr>
              <a:t>   Alexandre BRUN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Fadi AIZOUKI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SDSI Test &amp;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IACA &amp; IACT : deux agents IA pour générer critères d'acceptance et cas de test directement depuis vos 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Donatien REVEAU et Elodie TORDJMAN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DF Dommages</a:t>
            </a:r>
            <a:r>
              <a:rPr sz="2400" b="0">
                <a:solidFill>
                  <a:srgbClr val="1A1A2E"/>
                </a:solidFill>
                <a:latin typeface="Barlow"/>
              </a:rPr>
              <a:t>   Vamé SYLLA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JADD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Les données de production à portée de clic pour vos tests : enrichissez, réutilisez, rechargez en quelques clics.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Gabriel MOROSAN et Laurie ZINGLE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MCAD</a:t>
            </a:r>
            <a:r>
              <a:rPr sz="2400" b="0">
                <a:solidFill>
                  <a:srgbClr val="1A1A2E"/>
                </a:solidFill>
                <a:latin typeface="Barlow"/>
              </a:rPr>
              <a:t>   Julien BAZZALI et Nicolas DROUET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SauceLabs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Testez partout et homologuez en toute confiance — démos live sur la plateforme mobile, du dev à la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Vincent TREVARIN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DF Dommages</a:t>
            </a:r>
            <a:r>
              <a:rPr sz="2400" b="0">
                <a:solidFill>
                  <a:srgbClr val="1A1A2E"/>
                </a:solidFill>
                <a:latin typeface="Barlow"/>
              </a:rPr>
              <a:t>   Aurore CAPLAN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Mini-Série TESTY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4A4A49"/>
                </a:solidFill>
                <a:latin typeface="Barlow"/>
              </a:rPr>
              <a:t>Plongez dans l'univers coloré et décalé de TESTY : le métier de testeur en épisodes courts, ludiques, sans jargon.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Elena TOMAS et Jaber BENZEGOUTTA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