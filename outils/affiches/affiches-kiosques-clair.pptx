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0692000" cy="1512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B4B4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1A1A2E"/>
                </a:solidFill>
                <a:latin typeface="Barlow"/>
              </a:rPr>
              <a:t>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1A1A2E"/>
                </a:solidFill>
                <a:latin typeface="Barlow Condensed"/>
              </a:rPr>
              <a:t>Ludopédagogie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4A4A49"/>
                </a:solidFill>
                <a:latin typeface="Barlow"/>
              </a:rPr>
              <a:t>Tour de Babel ou Marshmallow Challenge : découvrez par le jeu pourquoi il faut tester tôt 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6A6A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00B4B4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B4B4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1A1A2E"/>
                </a:solidFill>
                <a:latin typeface="Barlow"/>
              </a:rPr>
              <a:t>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1A1A2E"/>
                </a:solidFill>
                <a:latin typeface="Barlow Condensed"/>
              </a:rPr>
              <a:t>LynQA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4A4A49"/>
                </a:solidFill>
                <a:latin typeface="Barlow"/>
              </a:rPr>
              <a:t>L'agent IA qui exécute vos tests manuels pendant que vous dormez — sans scripting, sans restructuration.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6A6A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00B4B4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B4B4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1A1A2E"/>
                </a:solidFill>
                <a:latin typeface="Barlow"/>
              </a:rPr>
              <a:t>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1A1A2E"/>
                </a:solidFill>
                <a:latin typeface="Barlow Condensed"/>
              </a:rPr>
              <a:t>Écosystème d'agents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4A4A49"/>
                </a:solidFill>
                <a:latin typeface="Barlow"/>
              </a:rPr>
              <a:t>Coder, Tester, Automatiser… 3 agents IA, une chaîne de production de test automatisé 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6A6A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00B4B4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B4B4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1A1A2E"/>
                </a:solidFill>
                <a:latin typeface="Barlow"/>
              </a:rPr>
              <a:t>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1A1A2E"/>
                </a:solidFill>
                <a:latin typeface="Barlow Condensed"/>
              </a:rPr>
              <a:t>Yest Companion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4A4A49"/>
                </a:solidFill>
                <a:latin typeface="Barlow"/>
              </a:rPr>
              <a:t>De la page blanche à la mise à jour : l'IA propose les parcours à partir de vos US Jira/Confluence, vous validez.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6A6A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00B4B4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B4B4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FFFFFF"/>
                </a:solidFill>
                <a:latin typeface="Barlow Condense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1A1A2E"/>
                </a:solidFill>
                <a:latin typeface="Barlow"/>
              </a:rPr>
              <a:t>🏛️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1A1A2E"/>
                </a:solidFill>
                <a:latin typeface="Barlow Condensed"/>
              </a:rPr>
              <a:t>Bâtisseurs de pyramides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4A4A49"/>
                </a:solidFill>
                <a:latin typeface="Barlow"/>
              </a:rPr>
              <a:t>Construisez votre VRAIE pyramide de tests en 3D interactive — trouvez le bon équilibre en mode collaboratif 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6A6A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00B4B4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B4B4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FFFFFF"/>
                </a:solidFill>
                <a:latin typeface="Barlow Condense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1A1A2E"/>
                </a:solidFill>
                <a:latin typeface="Barlow"/>
              </a:rPr>
              <a:t>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1A1A2E"/>
                </a:solidFill>
                <a:latin typeface="Barlow Condensed"/>
              </a:rPr>
              <a:t>Référentiel de tests X-Ray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4A4A49"/>
                </a:solidFill>
                <a:latin typeface="Barlow"/>
              </a:rPr>
              <a:t>Au revoir QC, bienvenue X-Ray ! Découvrez le produit et la trajectoire de migration 2027.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6A6A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00B4B4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B4B4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FFFFFF"/>
                </a:solidFill>
                <a:latin typeface="Barlow Condense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1A1A2E"/>
                </a:solidFill>
                <a:latin typeface="Barlow"/>
              </a:rPr>
              <a:t>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1A1A2E"/>
                </a:solidFill>
                <a:latin typeface="Barlow Condensed"/>
              </a:rPr>
              <a:t>SDSI Test &amp;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4A4A49"/>
                </a:solidFill>
                <a:latin typeface="Barlow"/>
              </a:rPr>
              <a:t>IACA &amp; IACT : deux agents IA pour générer critères d'acceptance et cas de test directement depuis vos 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6A6A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00B4B4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B4B4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FFFFFF"/>
                </a:solidFill>
                <a:latin typeface="Barlow Condense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1A1A2E"/>
                </a:solidFill>
                <a:latin typeface="Barlow"/>
              </a:rPr>
              <a:t>🗄️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1A1A2E"/>
                </a:solidFill>
                <a:latin typeface="Barlow Condensed"/>
              </a:rPr>
              <a:t>JADD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4A4A49"/>
                </a:solidFill>
                <a:latin typeface="Barlow"/>
              </a:rPr>
              <a:t>Les données de production à portée de clic pour vos tests : enrichissez, réutilisez, rechargez en quelques clics.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6A6A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00B4B4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B4B4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FFFFFF"/>
                </a:solidFill>
                <a:latin typeface="Barlow Condense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1A1A2E"/>
                </a:solidFill>
                <a:latin typeface="Barlow"/>
              </a:rPr>
              <a:t>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1A1A2E"/>
                </a:solidFill>
                <a:latin typeface="Barlow Condensed"/>
              </a:rPr>
              <a:t>SauceLabs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4A4A49"/>
                </a:solidFill>
                <a:latin typeface="Barlow"/>
              </a:rPr>
              <a:t>Testez partout et homologuez en toute confiance — démos live sur la plateforme mobile, du dev à la validation.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6A6A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00B4B4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B4B4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FFFFFF"/>
                </a:solidFill>
                <a:latin typeface="Barlow Condense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1A1A2E"/>
                </a:solidFill>
                <a:latin typeface="Barlow"/>
              </a:rPr>
              <a:t>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1A1A2E"/>
                </a:solidFill>
                <a:latin typeface="Barlow Condensed"/>
              </a:rPr>
              <a:t>Vidéo TESTY — libre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4A4A49"/>
                </a:solidFill>
                <a:latin typeface="Barlow"/>
              </a:rPr>
              <a:t>Plongez dans l'univers coloré et décalé de TESTY : le métier de testeur en épisodes courts, ludiques, sans jargon.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6A6A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00B4B4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