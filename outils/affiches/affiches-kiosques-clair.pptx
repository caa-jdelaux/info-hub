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Ludopédagogie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LynQA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Yest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🏛️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🗄️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JADD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SauceLabs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98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413999"/>
            <a:ext cx="576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Barlow Condensed"/>
              </a:rPr>
              <a:t>TESTING EVENT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00B4B4"/>
                </a:solidFill>
                <a:latin typeface="Barlow"/>
              </a:rPr>
              <a:t>Lundi 14 septembre 2026 · Business Center CAA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576000"/>
            <a:ext cx="349199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1">
                <a:solidFill>
                  <a:srgbClr val="00B4B4"/>
                </a:solidFill>
                <a:latin typeface="Barlow Condensed"/>
              </a:rPr>
              <a:t>APRÈS-MIDI · KIOSQUES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2951999" cy="295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90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1999" y="2592000"/>
            <a:ext cx="1800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0">
                <a:solidFill>
                  <a:srgbClr val="1A1A2E"/>
                </a:solidFill>
                <a:latin typeface="Barlow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999" y="4176000"/>
            <a:ext cx="594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36000"/>
            <a:ext cx="9252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9072000"/>
            <a:ext cx="92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6A6A"/>
                </a:solidFill>
                <a:latin typeface="Barlow Condensed"/>
              </a:rPr>
              <a:t>5 ROTATIONS DE 30 MINUTES · 14h00 → 16h30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14h30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92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92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84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84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15h30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76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76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16h00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36800" y="9648000"/>
            <a:ext cx="1735200" cy="1655999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6800" y="9900000"/>
            <a:ext cx="17352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006A6A"/>
                </a:solidFill>
                <a:latin typeface="Barlow Condensed"/>
              </a:rPr>
              <a:t>→ 16h30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11952000"/>
            <a:ext cx="10692000" cy="316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0000" y="12384000"/>
            <a:ext cx="25920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testing-ev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999" y="12527999"/>
            <a:ext cx="2304000" cy="2304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000" y="12744000"/>
            <a:ext cx="6300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LE PROGRAMME COMPLET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Barlow"/>
              </a:rPr>
              <a:t>Les dix kiosques, les conférences du matin et le plan du rez-de-jardin, salle par salle.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